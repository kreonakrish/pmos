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44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BD8F7"/>
                </a:solidFill>
                <a:latin typeface="Calibri"/>
              </a:rPr>
              <a:t>ENGINEERING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Scripts, Skills, Subagents,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BD8F7"/>
                </a:solidFill>
                <a:latin typeface="Calibri"/>
              </a:rPr>
              <a:t>Choosing the right knowledge surface for AI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Four tools. Four shapes of knowledge. One pragmatic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5607A"/>
                </a:solidFill>
                <a:latin typeface="Calibri"/>
              </a:rPr>
              <a:t>When to write a script, a skill, a subagent — and when to reach for RAG.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A"/>
                </a:solidFill>
                <a:latin typeface="Calibri"/>
              </a:rPr>
              <a:t>Internal · For engineering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The Problem We Are Trying to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Teams ship skills like Confluence pages — and the bill comes due later.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40A8"/>
                </a:solidFill>
                <a:latin typeface="Calibri"/>
              </a:rPr>
              <a:t>What we keep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1F2A44"/>
                </a:solidFill>
                <a:latin typeface="Calibri"/>
              </a:rPr>
              <a:t>•  Skills proliferate as the default unit of "sharing knowledge with the agent."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1F2A44"/>
                </a:solidFill>
                <a:latin typeface="Calibri"/>
              </a:rPr>
              <a:t>•  They behave like Confluence docs: easy to write, easy to forget, hard to verify.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1F2A44"/>
                </a:solidFill>
                <a:latin typeface="Calibri"/>
              </a:rPr>
              <a:t>•  Drift is silent — the code changes, the markdown does not, and the agent confidently follows the stale instructions.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1F2A44"/>
                </a:solidFill>
                <a:latin typeface="Calibri"/>
              </a:rPr>
              <a:t>•  Retrieval is probabilistic — the agent may pick the wrong skill, or none at all, on a given query.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40A8"/>
                </a:solidFill>
                <a:latin typeface="Calibri"/>
              </a:rPr>
              <a:t>What this brief argues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43400"/>
            <a:ext cx="11155680" cy="1783080"/>
          </a:xfrm>
          <a:prstGeom prst="roundRect">
            <a:avLst/>
          </a:prstGeom>
          <a:solidFill>
            <a:srgbClr val="ECF3FF"/>
          </a:solidFill>
          <a:ln w="12700">
            <a:solidFill>
              <a:srgbClr val="1B5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40A8"/>
                </a:solidFill>
                <a:latin typeface="Calibri"/>
              </a:rPr>
              <a:t>Skills are not wrong — they are misused.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9204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Most "skill-shaped" needs are actually script-shaped — promote them only when judgment is required.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RAG is the most probabilistic of the three, not the least. It is not the staleness fix.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The honest answer is layered: scripts where you can, skills where you must, RAG only when corpus size or volatility forces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Four Approaches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Same goal — giving the agent capability or knowledge. Four different shapes.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840480"/>
                <a:gridCol w="2377440"/>
                <a:gridCol w="2743200"/>
              </a:tblGrid>
              <a:tr h="804672"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>
                    <a:solidFill>
                      <a:srgbClr val="1F8055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Determinism</a:t>
                      </a:r>
                    </a:p>
                  </a:txBody>
                  <a:tcPr>
                    <a:solidFill>
                      <a:srgbClr val="C26E1A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6B3DB5"/>
                    </a:solidFill>
                  </a:tcPr>
                </a:tc>
              </a:tr>
              <a:tr h="80467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Script (executable)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Sequence of steps with fixed inputs /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Deterministic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Operations the team already knows how to 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Skill (instruction file)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Pattern of decisions, composable building blocks merged into the calling agent's prompt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Probabilistic at selection — fixed once injected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Judgment + composition inside the main thread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80467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Subagent (isolated session)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Specialist with its own context, tool allowlist, and model — invoked as a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Probabilistic at selection AND inside the subagent's own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Heavy intermediate work, tool guardrails, parallelism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RAG / knowledge base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Large corpus indexed for similarity recall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Probabilistic at retrieval (most uncertain of the four)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Volatile or volume-heavy reference material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77840"/>
            <a:ext cx="1280160" cy="292608"/>
          </a:xfrm>
          <a:prstGeom prst="roundRect">
            <a:avLst/>
          </a:prstGeom>
          <a:solidFill>
            <a:srgbClr val="1F8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5577840"/>
            <a:ext cx="1280160" cy="292608"/>
          </a:xfrm>
          <a:prstGeom prst="roundRect">
            <a:avLst/>
          </a:prstGeom>
          <a:solidFill>
            <a:srgbClr val="C26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5577840"/>
            <a:ext cx="1463040" cy="292608"/>
          </a:xfrm>
          <a:prstGeom prst="roundRect">
            <a:avLst/>
          </a:prstGeom>
          <a:solidFill>
            <a:srgbClr val="6B3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SUBAGENT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5577840"/>
            <a:ext cx="1280160" cy="292608"/>
          </a:xfrm>
          <a:prstGeom prst="round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11155680" cy="502920"/>
          </a:xfrm>
          <a:prstGeom prst="roundRect">
            <a:avLst/>
          </a:prstGeom>
          <a:solidFill>
            <a:srgbClr val="ECF3FF"/>
          </a:solidFill>
          <a:ln w="12700">
            <a:solidFill>
              <a:srgbClr val="1B5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080760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40A8"/>
                </a:solidFill>
                <a:latin typeface="Calibri"/>
              </a:rPr>
              <a:t>Steps enumerable → script. Judgment in-thread → skill. Heavy isolated work or tool guardrails → subagent. Volatile / large corpus → RAG.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Approach 1 —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An executable artifact is the cleanest possible specification of "how to do X."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545336" cy="292608"/>
          </a:xfrm>
          <a:prstGeom prst="roundRect">
            <a:avLst/>
          </a:prstGeom>
          <a:solidFill>
            <a:srgbClr val="1F8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DETERMINISTIC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86400" cy="2377440"/>
          </a:xfrm>
          <a:prstGeom prst="roundRect">
            <a:avLst/>
          </a:prstGeom>
          <a:solidFill>
            <a:srgbClr val="E9F5EE"/>
          </a:solidFill>
          <a:ln w="15875">
            <a:solidFill>
              <a:srgbClr val="1F8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385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8055"/>
                </a:solidFill>
                <a:latin typeface="Calibri"/>
              </a:rPr>
              <a:t>Strengths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3172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Fully deterministic — same inputs, same outputs.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Drift is loud: the script breaks when the world changes.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Testable: unit + integration tests gate every change.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Single source of truth — runnable, not just readable.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Reviewable in code review — diffs are concrete.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486400" cy="2377440"/>
          </a:xfrm>
          <a:prstGeom prst="roundRect">
            <a:avLst/>
          </a:prstGeom>
          <a:solidFill>
            <a:srgbClr val="FEF6E6"/>
          </a:solidFill>
          <a:ln w="15875">
            <a:solidFill>
              <a:srgbClr val="C1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9385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1462C"/>
                </a:solidFill>
                <a:latin typeface="Calibri"/>
              </a:rPr>
              <a:t>Weaknesses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33172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Rigid — 90% of cases solved, 10% fail or need code change.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No judgment under uncertainty.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Authoring cost is real engineer-time, not minutes.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Skill ceiling is the author's foresight at write-time.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348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8055"/>
                </a:solidFill>
                <a:latin typeface="Calibri"/>
              </a:rPr>
              <a:t>Use when…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The steps are known and stable: deploys, migrations, seeds, validations, regression harnesses.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The cost of getting it wrong is high: drop tables, rotate keys, push to prod.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You want drift to surface as a build/test failure rather than a silent agent mistake.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A"/>
                </a:solidFill>
                <a:latin typeface="Calibri"/>
              </a:rPr>
              <a:t>Examples in PMOS today: scripts/seed_tool_datasource_links.py · scripts/cross_system_query.py · scripts/deploy.sh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Approach 2 —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Compressed judgment merged into the calling agent's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090672" cy="292608"/>
          </a:xfrm>
          <a:prstGeom prst="roundRect">
            <a:avLst/>
          </a:prstGeom>
          <a:solidFill>
            <a:srgbClr val="C26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JUDGMENT UNDER UNCERTAINTY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86400" cy="2377440"/>
          </a:xfrm>
          <a:prstGeom prst="roundRect">
            <a:avLst/>
          </a:prstGeom>
          <a:solidFill>
            <a:srgbClr val="FBF1E2"/>
          </a:solidFill>
          <a:ln w="15875">
            <a:solidFill>
              <a:srgbClr val="C26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385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26E1A"/>
                </a:solidFill>
                <a:latin typeface="Calibri"/>
              </a:rPr>
              <a:t>Strengths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3172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Composable — agent picks patterns and recombines.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Cheap to author — markdown, not code.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Lives in a fixed slot once invoked (less probabilistic than RAG).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Right home for "how to think about X here" knowledge.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486400" cy="2377440"/>
          </a:xfrm>
          <a:prstGeom prst="roundRect">
            <a:avLst/>
          </a:prstGeom>
          <a:solidFill>
            <a:srgbClr val="FEF6E6"/>
          </a:solidFill>
          <a:ln w="15875">
            <a:solidFill>
              <a:srgbClr val="C1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9385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1462C"/>
                </a:solidFill>
                <a:latin typeface="Calibri"/>
              </a:rPr>
              <a:t>Weaknesses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33172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Silent staleness — no test fails when the system drifts.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Selection is probabilistic — agent may not pick the right skill.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Quality scales with curation discipline; sprawl is the default failure mode.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No execution guarantees — instructions, not invariants.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348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26E1A"/>
                </a:solidFill>
                <a:latin typeface="Calibri"/>
              </a:rPr>
              <a:t>Use when…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The work requires composition under judgment, not a sequence — code review, refactor scoping, design tradeoffs.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You can link the skill to source-of-truth files and add a test that fails if those files move.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The audience is the agent itself, not a human reader (otherwise it is just a doc).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A"/>
                </a:solidFill>
                <a:latin typeface="Calibri"/>
              </a:rPr>
              <a:t>Treat skills like code: version with the codebase, link to live paths, write tests that catch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Approach 3 — Subagents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An isolated specialist session invoked as a tool. Different problem than skills solve.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2194560" cy="292608"/>
          </a:xfrm>
          <a:prstGeom prst="roundRect">
            <a:avLst/>
          </a:prstGeom>
          <a:solidFill>
            <a:srgbClr val="6B3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ISOLATION + GUARDRAILS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86400" cy="2377440"/>
          </a:xfrm>
          <a:prstGeom prst="roundRect">
            <a:avLst/>
          </a:prstGeom>
          <a:solidFill>
            <a:srgbClr val="F1ECF8"/>
          </a:solidFill>
          <a:ln w="15875">
            <a:solidFill>
              <a:srgbClr val="6B3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385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3DB5"/>
                </a:solidFill>
                <a:latin typeface="Calibri"/>
              </a:rPr>
              <a:t>Strengths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3172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Context isolation — intermediate tool noise stays out of the main thread.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Tool allowlist enforced — read-only reviewer cannot accidentally edit.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Per-task model selection (cheap model for search, strong model for reasoning).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Parallelism — multiple subagents can run simultaneously.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Reusable across calling agents.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486400" cy="2377440"/>
          </a:xfrm>
          <a:prstGeom prst="roundRect">
            <a:avLst/>
          </a:prstGeom>
          <a:solidFill>
            <a:srgbClr val="FEF6E6"/>
          </a:solidFill>
          <a:ln w="15875">
            <a:solidFill>
              <a:srgbClr val="C1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9385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1462C"/>
                </a:solidFill>
                <a:latin typeface="Calibri"/>
              </a:rPr>
              <a:t>Weaknesses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33172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Probabilistic on TWO axes — selection AND the subagent's own decisions.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Briefing overhead — calling agent must write a self-contained prompt.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Indirection — main thread sees the summary, not the steps.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Latency cost vs inline tool use; over-spawning amplifies it.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Same silent-rot risk as skills if the definition drifts from reality.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348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3DB5"/>
                </a:solidFill>
                <a:latin typeface="Calibri"/>
              </a:rPr>
              <a:t>Use when…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The work produces heavy intermediate tool output the main thread does not need to see (codebase exploration, multi-file research).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You need an enforced tool guardrail — a reviewer that physically cannot Edit, an explorer that cannot Write.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You can run several in parallel and the outputs are summarizable in a few hundred tokens.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A"/>
                </a:solidFill>
                <a:latin typeface="Calibri"/>
              </a:rPr>
              <a:t>Examples: code-reviewer (Read+Grep only), explore (codebase search), security-review (read-only audit), Plan (architect-style scoping).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Approach 4 — RAG /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Recall over a corpus too big to fit in context and too volatile to hard-code.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447288" cy="292608"/>
          </a:xfrm>
          <a:prstGeom prst="round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VOLATILE / HIGH-VOLUME RECALL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86400" cy="2377440"/>
          </a:xfrm>
          <a:prstGeom prst="roundRect">
            <a:avLst/>
          </a:prstGeom>
          <a:solidFill>
            <a:srgbClr val="ECF3FF"/>
          </a:solidFill>
          <a:ln w="15875">
            <a:solidFill>
              <a:srgbClr val="1B5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385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B55E0"/>
                </a:solidFill>
                <a:latin typeface="Calibri"/>
              </a:rPr>
              <a:t>Strengths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3172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Scales to large corpora the model cannot hold in context.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Indexer can refresh from live sources — freshness by design.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Single retrieval surface across many document types.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Decouples knowledge growth from prompt engineering.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486400" cy="2377440"/>
          </a:xfrm>
          <a:prstGeom prst="roundRect">
            <a:avLst/>
          </a:prstGeom>
          <a:solidFill>
            <a:srgbClr val="FEF6E6"/>
          </a:solidFill>
          <a:ln w="15875">
            <a:solidFill>
              <a:srgbClr val="C1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9385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1462C"/>
                </a:solidFill>
                <a:latin typeface="Calibri"/>
              </a:rPr>
              <a:t>Weaknesses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33172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Most probabilistic of the three — retrieval ranking can miss.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Wrong-chunk failures are silent and hard to detect downstream.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Infra cost: index, embed, refresh, evaluate — non-trivial.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1F2A44"/>
                </a:solidFill>
                <a:latin typeface="Calibri"/>
              </a:rPr>
              <a:t>•  Garbage-in is amplified — a stale corpus degrades every answer.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348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B55E0"/>
                </a:solidFill>
                <a:latin typeface="Calibri"/>
              </a:rPr>
              <a:t>Use when…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The knowledge surface is too large to encode statically: ADRs, runbooks, ontology, customer history.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The content changes faster than humans can re-curate skills or scripts.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You can wire freshness checks and retrieval-evaluation into CI — otherwise it rots like everything else.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A"/>
                </a:solidFill>
                <a:latin typeface="Calibri"/>
              </a:rPr>
              <a:t>Counter-intuitive: choosing RAG to fix "probabilistic skill retrieval" usually makes things more probabilistic, not less.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Skills vs. Subagents — The Most Common Confusion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Both look like markdown files. They solve different problems.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206240"/>
                <a:gridCol w="4297680"/>
              </a:tblGrid>
              <a:tr h="537210"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C26E1A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Subagent</a:t>
                      </a:r>
                    </a:p>
                  </a:txBody>
                  <a:tcPr>
                    <a:solidFill>
                      <a:srgbClr val="6B3DB5"/>
                    </a:solidFill>
                  </a:tcPr>
                </a:tc>
              </a:tr>
              <a:tr h="53721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Where the work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Inside the calling agent's session — instructions merged into its prompt.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In a separate session with its own context window and lifecycle.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Context budget impact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Skill content stays in the main thread; intermediate tool output also stays.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Only the final summary returns to the main thread.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3721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Tool scoping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Inherits whatever tools the calling agent has — guidance, not enforcement.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Has its own allowlist — physically cannot use tools outside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Model selection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Same model as the calling agent.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Per-subagent model choice (Haiku for search, Opus for reasoning).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3721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Concurrency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Serial — one skill at a time, in the main thread.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Parallel — multiple subagents can run simultaneously.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Selection probabilistic; once injected, behavior is the main agent's.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Selection probabilistic AND subagent's internal decisions probabilistic.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3721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Patterns of judgment the main agent should apply itself.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Heavy isolated work, enforced guardrails, parallel research.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852160"/>
            <a:ext cx="11155680" cy="640080"/>
          </a:xfrm>
          <a:prstGeom prst="roundRect">
            <a:avLst/>
          </a:prstGeom>
          <a:solidFill>
            <a:srgbClr val="F1ECF8"/>
          </a:solidFill>
          <a:ln w="15875">
            <a:solidFill>
              <a:srgbClr val="6B3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3DB5"/>
                </a:solidFill>
                <a:latin typeface="Calibri"/>
              </a:rPr>
              <a:t>Promote a skill to a subagent only when context isolation or tool scoping is the actual constraint. Otherwise you are paying for indirection you do not need.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Decision Matrix — How to Choose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A five-question gate. Default to script unless the higher-cost option earns its keep.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3383280"/>
                <a:gridCol w="3017520"/>
              </a:tblGrid>
              <a:tr h="716280"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yes →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no →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71628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1. Can the steps be enumerated as code with stable inputs and outputs?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Write a script. Stop here.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Continue.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2. Does the task need composition or judgment that varies by situation?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Continue — this is skill or subagent territory.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Reconsider — likely a script after all.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71628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3. Does the work generate heavy intermediate tool output, OR need an enforced tool allowlist, OR run in parallel with other work?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Write a subagent. Define its tool allowlist tightly.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Continue — likely a skill.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4. Will the agent need this guidance in-thread on many tasks?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Write a skill. Link to source-of-truth files; add a drift test.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Reconsider — maybe inline the guidance.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71628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5. Is the relevant corpus too large to fit in context or too volatile to encode?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Reach for RAG. Wire in freshness + retrieval evaluation.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Stop. Pick from the previous answers.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852160"/>
            <a:ext cx="11155680" cy="640080"/>
          </a:xfrm>
          <a:prstGeom prst="roundRect">
            <a:avLst/>
          </a:prstGeom>
          <a:solidFill>
            <a:srgbClr val="ECF3FF"/>
          </a:solidFill>
          <a:ln w="12700">
            <a:solidFill>
              <a:srgbClr val="1B5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40A8"/>
                </a:solidFill>
                <a:latin typeface="Calibri"/>
              </a:rPr>
              <a:t>Default rule: if you can write a script, write the script. The other three earn their keep — they do not get it for free.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Staleness — Who Notices First?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How each approach behaves when the codebase changes underneath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2194560"/>
                <a:gridCol w="3108960"/>
              </a:tblGrid>
              <a:tr h="731520"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Drift behavior</a:t>
                      </a:r>
                    </a:p>
                  </a:txBody>
                  <a:tcPr>
                    <a:solidFill>
                      <a:srgbClr val="1F8055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Time to discover</a:t>
                      </a:r>
                    </a:p>
                  </a:txBody>
                  <a:tcPr>
                    <a:solidFill>
                      <a:srgbClr val="C26E1A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B55E0"/>
                    </a:solidFill>
                  </a:tcPr>
                </a:tc>
              </a:tr>
              <a:tr h="73152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Breaks loudly — exit code, test failure, type error.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Minutes (next CI run).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Already covered by your test pyramid.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Silent rot. Agent follows stale instructions; produces a confidently-wrong action.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Days to weeks — discovered via incident.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Link to file paths in code; CI test asserts the paths still exist.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73152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Subagent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Silent rot in the system prompt + drift in tool allowlist (the real tools may have moved).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Days to weeks — same incident-driven discovery.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Same as skill, plus integration test that runs the subagent on a fixed input.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Silent degradation. Retrieval picks an outdated chunk; answer drifts.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Weeks to months — usually noticed via aggregate quality dip.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Indexer freshness SLO + retrieval evaluation on a fixed eval set.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49240"/>
            <a:ext cx="11155680" cy="914400"/>
          </a:xfrm>
          <a:prstGeom prst="roundRect">
            <a:avLst/>
          </a:prstGeom>
          <a:solidFill>
            <a:srgbClr val="E9F5EE"/>
          </a:solidFill>
          <a:ln w="12700">
            <a:solidFill>
              <a:srgbClr val="1F8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8055"/>
                </a:solidFill>
                <a:latin typeface="Calibri"/>
              </a:rPr>
              <a:t>Why scripts win the staleness game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Loud failure beats silent rot. A script that breaks in CI is a feature — drift becomes a build error, not a production incident.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Determinism vs. Probabilistic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Stacking ranks — least probabilistic to most. Fewer flips = fewer surprises.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20640"/>
                <a:gridCol w="4206240"/>
              </a:tblGrid>
              <a:tr h="658368"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 probability enters</a:t>
                      </a:r>
                    </a:p>
                  </a:txBody>
                  <a:tcPr>
                    <a:solidFill>
                      <a:srgbClr val="1F8055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is fixed once chosen</a:t>
                      </a:r>
                    </a:p>
                  </a:txBody>
                  <a:tcPr>
                    <a:solidFill>
                      <a:srgbClr val="C26E1A"/>
                    </a:solidFill>
                  </a:tcPr>
                </a:tc>
              </a:tr>
              <a:tr h="658368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Nowhere — fully deterministic.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Everything.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Selection: agent decides whether to invoke this skill on a given query.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Once invoked, the skill content is fixed in the system prompt.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658368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Subagent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Selection AND the subagent's own internal decisions. Two coin flips stacked.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Tool allowlist + system prompt are fixed; behavior within them is stochastic.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Two stages: query rewrite → retrieval ranking. Both can miss.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Only the chunks actually retrieved make it in — and they may be wrong.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9377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40A8"/>
                </a:solidFill>
                <a:latin typeface="Calibri"/>
              </a:rPr>
              <a:t>The counter-intuitive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RAG is more probabilistic than skills, not less. Two ranking decisions stack on top of each other.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Subagents are more probabilistic than skills, not less. The isolation is the value, not less uncertainty.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If your concern is "agent picks the wrong knowledge," the fix is fewer + sharper artifacts, not a heavier mechanism.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Recommended Layered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All four at once — used for what they are each best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2670048" cy="4206240"/>
          </a:xfrm>
          <a:prstGeom prst="roundRect">
            <a:avLst/>
          </a:prstGeom>
          <a:solidFill>
            <a:srgbClr val="E9F5EE"/>
          </a:solidFill>
          <a:ln w="15875">
            <a:solidFill>
              <a:srgbClr val="1F8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27048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8055"/>
                </a:solidFill>
                <a:latin typeface="Calibri"/>
              </a:rPr>
              <a:t>Operational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20240"/>
            <a:ext cx="2395728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Scripts you commit + run.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Deploys, migrations, seeds.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Validation harnesses.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Cron / scheduled jobs.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—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Drift: CI / tests.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Owner: the engineer.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Default tool: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417320"/>
            <a:ext cx="2670048" cy="4206240"/>
          </a:xfrm>
          <a:prstGeom prst="roundRect">
            <a:avLst/>
          </a:prstGeom>
          <a:solidFill>
            <a:srgbClr val="FBF1E2"/>
          </a:solidFill>
          <a:ln w="15875">
            <a:solidFill>
              <a:srgbClr val="C26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527048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26E1A"/>
                </a:solidFill>
                <a:latin typeface="Calibri"/>
              </a:rPr>
              <a:t>Judgment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20240"/>
            <a:ext cx="2395728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Skills the agent invokes.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Code-review patterns.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Refactor scoping rubrics.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Design tradeoff playbooks.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—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Drift: linked-path tests.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Owner: the writing team.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Default tool: markdown.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2670048" cy="4206240"/>
          </a:xfrm>
          <a:prstGeom prst="roundRect">
            <a:avLst/>
          </a:prstGeom>
          <a:solidFill>
            <a:srgbClr val="F1ECF8"/>
          </a:solidFill>
          <a:ln w="15875">
            <a:solidFill>
              <a:srgbClr val="6B3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527048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3DB5"/>
                </a:solidFill>
                <a:latin typeface="Calibri"/>
              </a:rPr>
              <a:t>Specialist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920240"/>
            <a:ext cx="2395728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Subagents invoked as tools.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Read-only reviewer.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Codebase explorer.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Security-audit subagent.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—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Drift: pinned-input integration test.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Owner: platform / framework.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Default tool: subagent definition.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417320"/>
            <a:ext cx="2670048" cy="4206240"/>
          </a:xfrm>
          <a:prstGeom prst="roundRect">
            <a:avLst/>
          </a:prstGeom>
          <a:solidFill>
            <a:srgbClr val="ECF3FF"/>
          </a:solidFill>
          <a:ln w="15875">
            <a:solidFill>
              <a:srgbClr val="1B5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1432" y="1527048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B55E0"/>
                </a:solidFill>
                <a:latin typeface="Calibri"/>
              </a:rPr>
              <a:t>Volatile-knowledge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1920240"/>
            <a:ext cx="2395728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RAG / catalog / graph.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ADRs, runbooks, incidents.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Live ontology + bindings.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Domain corpora.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—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Drift: indexer SLO + eval set.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Owner: a data team.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1F2A44"/>
                </a:solidFill>
                <a:latin typeface="Calibri"/>
              </a:rPr>
              <a:t>•  Default tool: query, not encode.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06440"/>
            <a:ext cx="11155680" cy="548640"/>
          </a:xfrm>
          <a:prstGeom prst="roundRect">
            <a:avLst/>
          </a:prstGeom>
          <a:solidFill>
            <a:srgbClr val="ECF3FF"/>
          </a:solidFill>
          <a:ln w="12700">
            <a:solidFill>
              <a:srgbClr val="1B5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8978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40A8"/>
                </a:solidFill>
                <a:latin typeface="Calibri"/>
              </a:rPr>
              <a:t>PMOS already does three of these — scripts in /scripts, ontology + RAG queryable. The four-layer trap: letting the skill or subagent layer sprawl into the others.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Anti-Patterns to Avoid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Six common ways teams over-spend on the wrong layer.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937760"/>
                <a:gridCol w="3840480"/>
              </a:tblGrid>
              <a:tr h="653142"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Anti-pattern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looks like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lIns="60000" rIns="60000" tIns="40000" bIns="40000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to do instead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5314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Skill-for-everything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A markdown for "how to deploy," "how to run tests," "how to seed data."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Write the script. The skill, if needed, just says "run scripts/X."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Confluence-as-a-skill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Documentation ported into a /skills folder — no decision authority, no actions.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Leave it as documentation. Skills are for the agent, not for humans.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65314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Subagent-for-everything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Spawning a subagent for trivial tasks — adds latency + briefing overhead with no isolation win.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Inline the work, or call a tool directly. Subagents earn their keep on heavy or scoped work.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Subagent without guardrails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Subagent definition with the full tool allowlist of its parent — same toolset, just slower.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If you are not narrowing tools or isolating context, do not use a subagent.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653142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RAG over the source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Indexing the repo to answer code questions — the IDE already does this better.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Use the IDE / language server. Reserve RAG for non-code corpora.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Script-for-judgment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review.py that grades code with regexes; estimate.py by file count.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lIns="60000" rIns="60000" tIns="30000" bIns="30000" wrap="square"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Promote to a skill or subagent — the agent can apply judgment regex cannot.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6126480"/>
            <a:ext cx="11155680" cy="411480"/>
          </a:xfrm>
          <a:prstGeom prst="roundRect">
            <a:avLst/>
          </a:prstGeom>
          <a:solidFill>
            <a:srgbClr val="FEF6E6"/>
          </a:solidFill>
          <a:ln w="12700">
            <a:solidFill>
              <a:srgbClr val="C1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1462C"/>
                </a:solidFill>
                <a:latin typeface="Calibri"/>
              </a:rPr>
              <a:t>All six share the same root cause: picking the layer that feels easy to author rather than the one that fits the task.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A"/>
                </a:solidFill>
                <a:latin typeface="Calibri"/>
              </a:rPr>
              <a:t>What this means for how the team writes things going forward.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A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00800"/>
            <a:ext cx="11155680" cy="18288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40A8"/>
                </a:solidFill>
                <a:latin typeface="Calibri"/>
              </a:rPr>
              <a:t>Default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11155680" cy="640080"/>
          </a:xfrm>
          <a:prstGeom prst="roundRect">
            <a:avLst/>
          </a:prstGeom>
          <a:solidFill>
            <a:srgbClr val="E9F5EE"/>
          </a:solidFill>
          <a:ln w="15875">
            <a:solidFill>
              <a:srgbClr val="1F8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If you can write a script, write the script. Promote to a skill only when judgment is required. Promote to a subagent only when context isolation or tool guardrails are the constraint. Reach for RAG only when corpus size or volatility forces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40A8"/>
                </a:solidFill>
                <a:latin typeface="Calibri"/>
              </a:rPr>
              <a:t>Four rules of thumb that 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Fewer skills, sharper skills. Every skill should answer "what judgment am I teaching here?" — if the answer is a sequence of steps, write a script.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Subagents earn their slot when context isolation OR tool scoping is the actual constraint. Otherwise they add indirection without value.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Treat skills + subagent definitions like code. Version with the repo, link to live paths, add a CI test that catches drift.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RAG only when no API exists. If data lives in a DB / catalog / graph, query it directly; RAG is the option of last resort for unstructured corpora.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2120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40A8"/>
                </a:solidFill>
                <a:latin typeface="Calibri"/>
              </a:rPr>
              <a:t>What this means for our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Audit existing skills + subagents — most skills demote to scripts; most subagents either tighten their tool allowlist or merge back into a skill.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A44"/>
                </a:solidFill>
                <a:latin typeface="Calibri"/>
              </a:rPr>
              <a:t>•  Keep growing the script library — cheapest, most durable, loudest on drift.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