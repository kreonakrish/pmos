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4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BD8F7"/>
                </a:solidFill>
                <a:latin typeface="Calibri"/>
              </a:rPr>
              <a:t>ENGINEERING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Skills, Scripts, and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BD8F7"/>
                </a:solidFill>
                <a:latin typeface="Calibri"/>
              </a:rPr>
              <a:t>Choosing the right knowledge surface for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Three tools. Three shapes of knowledge. One pragmatic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5607A"/>
                </a:solidFill>
                <a:latin typeface="Calibri"/>
              </a:rPr>
              <a:t>When to write a script, when to write a skill, when to reach for RAG.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A"/>
                </a:solidFill>
                <a:latin typeface="Calibri"/>
              </a:rPr>
              <a:t>Internal · For engineering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The Problem We Are Trying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Teams ship skills like Confluence pages — and the bill comes due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40A8"/>
                </a:solidFill>
                <a:latin typeface="Calibri"/>
              </a:rPr>
              <a:t>What we keep seeing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Skills proliferate as the default unit of "sharing knowledge with the agent."</a:t>
            </a: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They behave like Confluence docs: easy to write, easy to forget, hard to verify.</a:t>
            </a: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Drift is silent — the code changes, the markdown does not, and the agent confidently follows the stale instructions.</a:t>
            </a: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Retrieval is probabilistic — the agent may pick the wrong skill, or none at all, on a given query.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40A8"/>
                </a:solidFill>
                <a:latin typeface="Calibri"/>
              </a:rPr>
              <a:t>What this brief argues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343400"/>
            <a:ext cx="11155680" cy="1783080"/>
          </a:xfrm>
          <a:prstGeom prst="roundRect">
            <a:avLst/>
          </a:prstGeom>
          <a:solidFill>
            <a:srgbClr val="ECF3FF"/>
          </a:solidFill>
          <a:ln w="12700">
            <a:solidFill>
              <a:srgbClr val="1B5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40A8"/>
                </a:solidFill>
                <a:latin typeface="Calibri"/>
              </a:rPr>
              <a:t>Skills are not wrong — they are misused.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Most "skill-shaped" needs are actually script-shaped — promote them only when judgment is required.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RAG is the most probabilistic of the three, not the least. It is not the staleness fix.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The honest answer is layered: scripts where you can, skills where you must, RAG only when corpus size or volatility forces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Three Approaches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Same goal — giving the agent domain knowledge. Different shapes of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  <a:gridCol w="2377440"/>
                <a:gridCol w="2743200"/>
              </a:tblGrid>
              <a:tr h="82296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Shape of knowledge</a:t>
                      </a:r>
                    </a:p>
                  </a:txBody>
                  <a:tcPr>
                    <a:solidFill>
                      <a:srgbClr val="1F80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Determinism</a:t>
                      </a:r>
                    </a:p>
                  </a:txBody>
                  <a:tcPr>
                    <a:solidFill>
                      <a:srgbClr val="C26E1A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>
                    <a:solidFill>
                      <a:srgbClr val="1B55E0"/>
                    </a:solidFill>
                  </a:tcPr>
                </a:tc>
              </a:tr>
              <a:tr h="8229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Script (executable)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Sequence of steps with fixed inputs /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Deterministic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Operations the team already knows how to 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Skill (instruction file)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Pattern of decisions, composable building blocks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Probabilistic at selection — fixed once selected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Tasks needing judgment + composition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8229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RAG / knowledge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Large corpus indexed for similarity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Probabilistic at retrieval (most uncertain of the three)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Volatile or volume-heavy reference material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120640"/>
            <a:ext cx="11155680" cy="914400"/>
          </a:xfrm>
          <a:prstGeom prst="roundRect">
            <a:avLst/>
          </a:prstGeom>
          <a:solidFill>
            <a:srgbClr val="ECF3FF"/>
          </a:solidFill>
          <a:ln w="12700">
            <a:solidFill>
              <a:srgbClr val="1B5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40A8"/>
                </a:solidFill>
                <a:latin typeface="Calibri"/>
              </a:rPr>
              <a:t>The lens that resolves the rest of the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If steps are enumerable → script. If composition under judgment → skill. If too big or too volatile to encode → RAG.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Approach 1 —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An executable artifact is the cleanest possible specification of "how to do X."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1545336" cy="292608"/>
          </a:xfrm>
          <a:prstGeom prst="roundRect">
            <a:avLst/>
          </a:prstGeom>
          <a:solidFill>
            <a:srgbClr val="1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DETERMINISTIC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86400" cy="2377440"/>
          </a:xfrm>
          <a:prstGeom prst="roundRect">
            <a:avLst/>
          </a:prstGeom>
          <a:solidFill>
            <a:srgbClr val="E9F5EE"/>
          </a:solidFill>
          <a:ln w="15875">
            <a:solidFill>
              <a:srgbClr val="1F8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385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8055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31720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Fully deterministic — same inputs, same outputs.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Drift is loud: the script breaks when the world changes.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Testable: unit + integration tests gate every change.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Single source of truth — runnable, not just readable.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Reviewable in code review — diffs are concrete.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486400" cy="2377440"/>
          </a:xfrm>
          <a:prstGeom prst="roundRect">
            <a:avLst/>
          </a:prstGeom>
          <a:solidFill>
            <a:srgbClr val="FEF6E6"/>
          </a:solidFill>
          <a:ln w="15875">
            <a:solidFill>
              <a:srgbClr val="C14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1462C"/>
                </a:solidFill>
                <a:latin typeface="Calibri"/>
              </a:rPr>
              <a:t>Weaknesses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331720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Rigid — 90% of cases solved, 10% fail or need code change.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No judgment under uncertainty.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Authoring cost is real engineer-time, not minutes.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Skill ceiling is the author's foresight at write-time.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8055"/>
                </a:solidFill>
                <a:latin typeface="Calibri"/>
              </a:rPr>
              <a:t>Use when…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The steps are known and stable: deploys, migrations, seeds, validations, regression harnesses.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The cost of getting it wrong is high: drop tables, rotate keys, push to prod.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You want drift to surface as a build/test failure rather than a silent agent mistake.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A"/>
                </a:solidFill>
                <a:latin typeface="Calibri"/>
              </a:rPr>
              <a:t>Examples in PMOS today: scripts/seed_tool_datasource_links.py · scripts/cross_system_query.py · scripts/deploy.sh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Approach 2 —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Compressed judgment for tasks that resist deterministic encoding.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090672" cy="292608"/>
          </a:xfrm>
          <a:prstGeom prst="roundRect">
            <a:avLst/>
          </a:prstGeom>
          <a:solidFill>
            <a:srgbClr val="C2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JUDGMENT UNDER UNCERTAINTY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86400" cy="2377440"/>
          </a:xfrm>
          <a:prstGeom prst="roundRect">
            <a:avLst/>
          </a:prstGeom>
          <a:solidFill>
            <a:srgbClr val="FBF1E2"/>
          </a:solidFill>
          <a:ln w="15875">
            <a:solidFill>
              <a:srgbClr val="C26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385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26E1A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31720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Composable — agent picks patterns and recombines.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Cheap to author — markdown, not code.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Lives in a fixed slot once invoked (less probabilistic than RAG).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Right home for "how to think about X here" knowledge.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486400" cy="2377440"/>
          </a:xfrm>
          <a:prstGeom prst="roundRect">
            <a:avLst/>
          </a:prstGeom>
          <a:solidFill>
            <a:srgbClr val="FEF6E6"/>
          </a:solidFill>
          <a:ln w="15875">
            <a:solidFill>
              <a:srgbClr val="C14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1462C"/>
                </a:solidFill>
                <a:latin typeface="Calibri"/>
              </a:rPr>
              <a:t>Weaknesses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331720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Silent staleness — no test fails when the system drifts.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Selection is probabilistic — agent may not pick the right skill.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Quality scales with curation discipline; sprawl is the default failure mode.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No execution guarantees — instructions, not invariants.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26E1A"/>
                </a:solidFill>
                <a:latin typeface="Calibri"/>
              </a:rPr>
              <a:t>Use when…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The work requires composition under judgment, not a sequence — code review, refactor scoping, design tradeoffs.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You can link the skill to source-of-truth files and add a test that fails if those files move.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The audience is the agent itself, not a human reader (otherwise it is just a doc).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A"/>
                </a:solidFill>
                <a:latin typeface="Calibri"/>
              </a:rPr>
              <a:t>Treat skills like code: version with the codebase, link to live paths, write tests that catch drift.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Approach 3 — RAG /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Recall over a corpus too big to fit in context and too volatile to hard-code.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447288" cy="292608"/>
          </a:xfrm>
          <a:prstGeom prst="round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VOLATILE / HIGH-VOLUME RECALL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86400" cy="2377440"/>
          </a:xfrm>
          <a:prstGeom prst="roundRect">
            <a:avLst/>
          </a:prstGeom>
          <a:solidFill>
            <a:srgbClr val="ECF3FF"/>
          </a:solidFill>
          <a:ln w="15875">
            <a:solidFill>
              <a:srgbClr val="1B5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385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55E0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31720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Scales to large corpora the model cannot hold in context.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Indexer can refresh from live sources — freshness by design.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Single retrieval surface across many document types.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Decouples knowledge growth from prompt engineering.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486400" cy="2377440"/>
          </a:xfrm>
          <a:prstGeom prst="roundRect">
            <a:avLst/>
          </a:prstGeom>
          <a:solidFill>
            <a:srgbClr val="FEF6E6"/>
          </a:solidFill>
          <a:ln w="15875">
            <a:solidFill>
              <a:srgbClr val="C14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1462C"/>
                </a:solidFill>
                <a:latin typeface="Calibri"/>
              </a:rPr>
              <a:t>Weaknesses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331720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Most probabilistic of the three — retrieval ranking can miss.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Wrong-chunk failures are silent and hard to detect downstream.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Infra cost: index, embed, refresh, evaluate — non-trivial.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Garbage-in is amplified — a stale corpus degrades every answer.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55E0"/>
                </a:solidFill>
                <a:latin typeface="Calibri"/>
              </a:rPr>
              <a:t>Use when…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The knowledge surface is too large to encode statically: ADRs, runbooks, ontology, customer history.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The content changes faster than humans can re-curate skills or scripts.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You can wire freshness checks and retrieval-evaluation into CI — otherwise it rots like everything else.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A"/>
                </a:solidFill>
                <a:latin typeface="Calibri"/>
              </a:rPr>
              <a:t>Counter-intuitive: choosing RAG to fix "probabilistic skill retrieval" usually makes things more probabilistic, not less.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Decision Matrix — How to Choose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A four-question gate. Default to script unless the higher-cost option earns its keep.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3383280"/>
                <a:gridCol w="3017520"/>
              </a:tblGrid>
              <a:tr h="804672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If yes →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If no →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804672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1. Can the steps be enumerated as code with stable inputs and outputs?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Write a script. Stop here.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Continue.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2. Does the task require composition or judgment that varies by situation?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Write a skill. Link to source-of-truth files; add a drift test.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Continue.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804672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3. Is the relevant corpus too large to fit in context or too volatile to encode?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Reach for RAG. Wire in freshness + retrieval evaluation.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Reconsider — most things land in script or skill.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4. Is the answer changing in real time (live state, current incidents)?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Use a queryable system (catalog, graph, DB) — RAG only if no API.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Stop. Pick from the previous answers.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623560"/>
            <a:ext cx="11155680" cy="594360"/>
          </a:xfrm>
          <a:prstGeom prst="roundRect">
            <a:avLst/>
          </a:prstGeom>
          <a:solidFill>
            <a:srgbClr val="ECF3FF"/>
          </a:solidFill>
          <a:ln w="12700">
            <a:solidFill>
              <a:srgbClr val="1B5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40A8"/>
                </a:solidFill>
                <a:latin typeface="Calibri"/>
              </a:rPr>
              <a:t>Default rule: if you can write a script, write the script. The other two earn their keep.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Staleness — Who Notices First?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How each approach behaves when the codebase changes underneath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023360"/>
                <a:gridCol w="2194560"/>
                <a:gridCol w="3108960"/>
              </a:tblGrid>
              <a:tr h="82296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Drift behavior</a:t>
                      </a:r>
                    </a:p>
                  </a:txBody>
                  <a:tcPr>
                    <a:solidFill>
                      <a:srgbClr val="1F80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Time to discover</a:t>
                      </a:r>
                    </a:p>
                  </a:txBody>
                  <a:tcPr>
                    <a:solidFill>
                      <a:srgbClr val="C26E1A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1B55E0"/>
                    </a:solidFill>
                  </a:tcPr>
                </a:tc>
              </a:tr>
              <a:tr h="8229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Breaks loudly — exit code, test failure, type error.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Minutes (next CI run).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Already covered by your test pyramid.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Silent rot. Agent follows stale instructions and produces a confidently-wrong action.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Days to weeks — discovered via incident.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Link to file paths in code; CI test asserts the paths still exist.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82296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Silent degradation. Retrieval picks an outdated chunk; answer drifts.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Weeks to months — usually noticed via aggregate quality dip.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Indexer freshness SLO + retrieval evaluation harness on a fixed eval set.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120640"/>
            <a:ext cx="11155680" cy="1005840"/>
          </a:xfrm>
          <a:prstGeom prst="roundRect">
            <a:avLst/>
          </a:prstGeom>
          <a:solidFill>
            <a:srgbClr val="E9F5EE"/>
          </a:solidFill>
          <a:ln w="12700">
            <a:solidFill>
              <a:srgbClr val="1F8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8055"/>
                </a:solidFill>
                <a:latin typeface="Calibri"/>
              </a:rPr>
              <a:t>Why scripts win the staleness game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Loud failure beats silent rot. A script that breaks in CI is a feature, not a bug — drift becomes a build error, not a production incident.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Determinism vs. Probabilistic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The honest ranking — and why "reach for RAG to fix probabilistic skills" is the wrong move.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120640"/>
                <a:gridCol w="4206240"/>
              </a:tblGrid>
              <a:tr h="685800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Where probability enters</a:t>
                      </a:r>
                    </a:p>
                  </a:txBody>
                  <a:tcPr>
                    <a:solidFill>
                      <a:srgbClr val="1F8055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is fixed once chosen</a:t>
                      </a:r>
                    </a:p>
                  </a:txBody>
                  <a:tcPr>
                    <a:solidFill>
                      <a:srgbClr val="C26E1A"/>
                    </a:solidFill>
                  </a:tcPr>
                </a:tc>
              </a:tr>
              <a:tr h="68580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Nowhere — fully deterministic.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Everything.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Selection: agent decides whether to invoke this skill on a given query.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Once invoked, the skill content is fixed in the system prompt.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68580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Two stages: query rewrite → retrieval ranking. Both can miss.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Only the chunks actually retrieved make it into context — and they may be wrong.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5720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40A8"/>
                </a:solidFill>
                <a:latin typeface="Calibri"/>
              </a:rPr>
              <a:t>The counter-intuitive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RAG is more probabilistic than skills, not less. Two ranking decisions stack on top of each other.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Skills sit in a fixed slot once invoked — RAG chunks are sampled per-query.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If your concern is "agent picks the wrong knowledge," RAG is not the fix; tighter scoping + fewer skills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Recommended Layered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All three at once — used for what they are each best 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703320" cy="4023360"/>
          </a:xfrm>
          <a:prstGeom prst="roundRect">
            <a:avLst/>
          </a:prstGeom>
          <a:solidFill>
            <a:srgbClr val="E9F5EE"/>
          </a:solidFill>
          <a:ln w="15875">
            <a:solidFill>
              <a:srgbClr val="1F8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27048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8055"/>
                </a:solidFill>
                <a:latin typeface="Calibri"/>
              </a:rPr>
              <a:t>Operational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20240"/>
            <a:ext cx="3429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Scripts you commit and run.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Deploys, migrations, seeds.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Validation harnesses.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Cron / scheduled jobs.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—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Drift surface: CI / tests.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Owner: the engineer.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Default tool: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703320" cy="4023360"/>
          </a:xfrm>
          <a:prstGeom prst="roundRect">
            <a:avLst/>
          </a:prstGeom>
          <a:solidFill>
            <a:srgbClr val="FBF1E2"/>
          </a:solidFill>
          <a:ln w="15875">
            <a:solidFill>
              <a:srgbClr val="C26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527048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26E1A"/>
                </a:solidFill>
                <a:latin typeface="Calibri"/>
              </a:rPr>
              <a:t>Judgment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920240"/>
            <a:ext cx="3429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Skills the agent invokes.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Code review patterns.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Refactor scoping rubrics.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Design-tradeoff playbooks.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—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Drift surface: linked-path tests.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Owner: the team that writes them.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Default tool: markdown + tests.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566160" cy="4023360"/>
          </a:xfrm>
          <a:prstGeom prst="roundRect">
            <a:avLst/>
          </a:prstGeom>
          <a:solidFill>
            <a:srgbClr val="ECF3FF"/>
          </a:solidFill>
          <a:ln w="15875">
            <a:solidFill>
              <a:srgbClr val="1B5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52704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55E0"/>
                </a:solidFill>
                <a:latin typeface="Calibri"/>
              </a:rPr>
              <a:t>Volatile-knowledge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1920240"/>
            <a:ext cx="32918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RAG / knowledge graph / catalog.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ADRs, runbooks, incidents.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Live ontology + bindings.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Customer / domain corpora.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—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Drift surface: indexer SLO + eval set.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Owner: a data team.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•  Default tool: query, not encode.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23560"/>
            <a:ext cx="11155680" cy="594360"/>
          </a:xfrm>
          <a:prstGeom prst="roundRect">
            <a:avLst/>
          </a:prstGeom>
          <a:solidFill>
            <a:srgbClr val="ECF3FF"/>
          </a:solidFill>
          <a:ln w="12700">
            <a:solidFill>
              <a:srgbClr val="1B5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40A8"/>
                </a:solidFill>
                <a:latin typeface="Calibri"/>
              </a:rPr>
              <a:t>PMOS today already does this — scripts in /scripts, ontology in Neo4j, RAG in Qdrant. The trap is letting the skill layer sprawl into the others.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Anti-Patterns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The four ways teams over-spend on the wrong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3840480"/>
              </a:tblGrid>
              <a:tr h="841248"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Anti-pattern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looks like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 lIns="60000" rIns="60000" tIns="40000" bIns="40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to do instead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84124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Skill-for-everything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A markdown for "how to deploy," "how to run tests," "how to seed data."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Write the script. The skill, if needed, just says "run scripts/X."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Confluence-as-a-skill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Documentation ported into a /skills folder — no decision authority, no actions.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Leave it as documentation. Skills are for the agent, not for humans.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84124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RAG over the source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Indexing the repo to answer code questions — the IDE already does this better.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Use the IDE / language server. Reserve RAG for non-code corpora.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Script-for-judgment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review.py that grades code with regexes; estimate.py that grades scope by file count.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Promote to a skill — the agent can apply judgment that regex cannot.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852160"/>
            <a:ext cx="11155680" cy="411480"/>
          </a:xfrm>
          <a:prstGeom prst="roundRect">
            <a:avLst/>
          </a:prstGeom>
          <a:solidFill>
            <a:srgbClr val="FEF6E6"/>
          </a:solidFill>
          <a:ln w="12700">
            <a:solidFill>
              <a:srgbClr val="C14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1462C"/>
                </a:solidFill>
                <a:latin typeface="Calibri"/>
              </a:rPr>
              <a:t>All four share the same root cause: picking the layer that feels easy to author rather than the one that fits the task.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A"/>
                </a:solidFill>
                <a:latin typeface="Calibri"/>
              </a:rPr>
              <a:t>What this means for how the team writes things going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A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3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40A8"/>
                </a:solidFill>
                <a:latin typeface="Calibri"/>
              </a:rPr>
              <a:t>Default 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11155680" cy="594360"/>
          </a:xfrm>
          <a:prstGeom prst="roundRect">
            <a:avLst/>
          </a:prstGeom>
          <a:solidFill>
            <a:srgbClr val="E9F5EE"/>
          </a:solidFill>
          <a:ln w="15875">
            <a:solidFill>
              <a:srgbClr val="1F8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If you can write a script, write the script. Promote to a skill only when judgment + composition is required. Push to RAG only when corpus size or volatility forces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40A8"/>
                </a:solidFill>
                <a:latin typeface="Calibri"/>
              </a:rPr>
              <a:t>Three rules of thumb that follow from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Fewer skills, sharper skills. Every skill should answer "what judgment am I teaching the agent here?" — if the answer is a sequence of steps, write a script.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Treat skills like code. Version with the repo, link to live paths, add a CI test that fails when those paths move.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RAG only when no API exists. If the data lives in a DB / catalog / graph, query it directly; RAG is the option of last resort for unstructured corpora.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40A8"/>
                </a:solidFill>
                <a:latin typeface="Calibri"/>
              </a:rPr>
              <a:t>What this means for our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Audit existing skills against the rule above — most will demote to scripts or be deleted.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Keep growing the script library; it is the cheapest, most durable knowledge surface.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Reserve RAG for live, queryable, evolving corpora — do not use it as a staleness fix for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